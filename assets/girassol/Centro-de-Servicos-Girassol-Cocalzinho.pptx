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pelo tempo. Vou direto ao ponto: isso aqui é um negócio, e eu quero mostrar por que ele faz sentido pra Cocalzinho tanto quanto faz sentido pra 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estrada está pronta — a BR-070 foi recuperada e está em boas condições. O problema é outro: hoje, sem uma estrutura adequada, motoristas evitam esse trecho. E a poucos minutos daqui, o acesso à BR-153 leva direto até Tocantins — isso é um fluxo gigantesco de caminhões que hoje passa longe de Cocalzinho. Com a estrutura certa, esse movimento passa a parar aqui: mais gente na cidade, mais movimento, todos os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fica na BR-070, entre Ceilândia e o interior de Goiás, perto o suficiente do acesso à BR-153 para captar esse fluxo que sobe até Tocantins. É uma posição prática — não é sorte, é geografia.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é o Centro de Serviços Girassol. Um nome simples para uma peça de infraestrutura — vamos entender exatamente o que ela é, e o que ela não 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Oito frentes, uma mesma estrutura: transportadores com apoio real para operar com segurança, agronegócio com um ponto de escoamento mais eficiente, famílias com um lugar preparado para parar — e tudo isso movimentando a economia local e integrando 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escala da cobertura e a separação entre fluxo pesado e leve não são acidentais — é desenho de circulação.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paisagismo qualifica o espaço público que a estrutura devolve à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acesso separa quem abastece, quem descansa e quem só passa.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estrutura horizontal e discreta, que dialoga com a paisagem rural em vez de competir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nenhum desses pontos o benefício central é da iniciativa privada — o benefício central é da cidade. A estrutura é o meio. Cocalzinho é 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município contribui com apoio pontual e institucional — nada além disso. Todo o investimento, a execução e a operação ficam a cargo da iniciativa privada. Uma parceria enxuta, mas estrategicamente decisiva.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caminho curto e objetivo. Estamos prontos para avançar assim que houver o alinhamento institucional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grandes cidades não crescem por acaso. Elas crescem porque alguém decidiu acreditar antes dos outros. Essa é a oportunidade: não autorizar um investimento privado, mas posicionar Cocalzinho de Goiás no próximo ciclo de desenvolvimento do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de Goiás. Pronta para o que vem a seguir. Obrigado — e vamos, juntos, desenhar essa próxima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3628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estrutura de apoio para quem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já passa pela BR-070 todos os dias.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Cocalzinho de Goiás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OPORTUNIDADE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1036289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pista está pronta.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estrutura para quem já roda nela.</a:t>
            </a:r>
            <a:endParaRPr lang="en-US" sz="2600" dirty="0"/>
          </a:p>
        </p:txBody>
      </p:sp>
      <p:pic>
        <p:nvPicPr>
          <p:cNvPr id="4" name="Image 0" descr="icons/compass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BR-070 recém-recuperada — pista nova, boas condições de tráfego</a:t>
            </a:r>
            <a:endParaRPr lang="en-US" sz="1400" dirty="0"/>
          </a:p>
        </p:txBody>
      </p:sp>
      <p:pic>
        <p:nvPicPr>
          <p:cNvPr id="6" name="Image 1" descr="icons/truck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5146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010248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posto com estrutura adequada, caminhoneiros hoje evitam esse trecho</a:t>
            </a:r>
            <a:endParaRPr lang="en-US" sz="1400" dirty="0"/>
          </a:p>
        </p:txBody>
      </p:sp>
      <p:pic>
        <p:nvPicPr>
          <p:cNvPr id="8" name="Image 2" descr="icons/trend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poucos minutos, o acesso à BR-153 leva esse fluxo direto até Tocantins</a:t>
            </a:r>
            <a:endParaRPr lang="en-US" sz="1400" dirty="0"/>
          </a:p>
        </p:txBody>
      </p:sp>
      <p:pic>
        <p:nvPicPr>
          <p:cNvPr id="10" name="Image 3" descr="icons/pin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4297680"/>
            <a:ext cx="384048" cy="38404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010248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mercado gigantesco de caminhões que hoje passa longe de Cocalzinho</a:t>
            </a:r>
            <a:endParaRPr lang="en-US" sz="1400" dirty="0"/>
          </a:p>
        </p:txBody>
      </p:sp>
      <p:sp>
        <p:nvSpPr>
          <p:cNvPr id="13" name="Text 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corridor-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F4F1EA">
              <a:alpha val="9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Goiás, na BR-070 — a poucos minutos do acesso à BR-153.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v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C0C0B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544068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 SERVIÇOS GIRASSOL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 posto de combustíveis.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132588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equipamento urbano de apoio à mobilidade regional.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01686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5" name="Image 0" descr="icons/truck-1A1A1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2854" y="2532888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329570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8" name="Image 1" descr="icons/wheat-1A1A1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738" y="2532888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67964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Agronegócio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057454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1" name="Image 2" descr="icons/users-1A1A1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622" y="2532888"/>
            <a:ext cx="402336" cy="4023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95848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9785337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4" name="Image 3" descr="icons/layers-1A1A1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6505" y="2532888"/>
            <a:ext cx="402336" cy="4023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23731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1601686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7" name="Image 4" descr="icons/home-1A1A1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854" y="4407408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4329570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0" name="Image 5" descr="icons/shield-1A1A1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0738" y="4407408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367964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7057454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3" name="Image 6" descr="icons/trend-1A1A1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8622" y="4407408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095848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local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9785337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6" name="Image 7" descr="icons/compass-1A1A1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505" y="4407408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8823731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regional</a:t>
            </a:r>
            <a:endParaRPr lang="en-US" sz="1250" dirty="0"/>
          </a:p>
        </p:txBody>
      </p:sp>
      <p:sp>
        <p:nvSpPr>
          <p:cNvPr id="29" name="Text 18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aérea — chegada e cobertura principal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de apoio a caminhões e paisagismo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Circulação, acessos e organização do pátio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geral — integração com a paisagem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 para Cocalzinho</a:t>
            </a:r>
            <a:endParaRPr lang="en-US" sz="2800" dirty="0"/>
          </a:p>
        </p:txBody>
      </p:sp>
      <p:pic>
        <p:nvPicPr>
          <p:cNvPr id="3" name="Image 0" descr="icons/briefcase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empregos diretos e indiretos</a:t>
            </a:r>
            <a:endParaRPr lang="en-US" sz="1400" dirty="0"/>
          </a:p>
        </p:txBody>
      </p:sp>
      <p:pic>
        <p:nvPicPr>
          <p:cNvPr id="5" name="Image 1" descr="icons/trend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258" y="1737360"/>
            <a:ext cx="411480" cy="411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277258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fluxo de arrecadação municipal</a:t>
            </a:r>
            <a:endParaRPr lang="en-US" sz="1400" dirty="0"/>
          </a:p>
        </p:txBody>
      </p:sp>
      <p:pic>
        <p:nvPicPr>
          <p:cNvPr id="7" name="Image 2" descr="icons/activity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437" y="1737360"/>
            <a:ext cx="411480" cy="4114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914437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econômico local</a:t>
            </a:r>
            <a:endParaRPr lang="en-US" sz="1400" dirty="0"/>
          </a:p>
        </p:txBody>
      </p:sp>
      <p:pic>
        <p:nvPicPr>
          <p:cNvPr id="9" name="Image 3" descr="icons/pin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411480" cy="4114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0080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Valorização da região ao longo da BR-070</a:t>
            </a:r>
            <a:endParaRPr lang="en-US" sz="1400" dirty="0"/>
          </a:p>
        </p:txBody>
      </p:sp>
      <p:pic>
        <p:nvPicPr>
          <p:cNvPr id="11" name="Image 4" descr="icons/wheat-C81E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258" y="3840480"/>
            <a:ext cx="411480" cy="41148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277258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direto ao escoamento do agronegócio</a:t>
            </a:r>
            <a:endParaRPr lang="en-US" sz="1400" dirty="0"/>
          </a:p>
        </p:txBody>
      </p:sp>
      <p:pic>
        <p:nvPicPr>
          <p:cNvPr id="13" name="Image 5" descr="icons/layers-C81E1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4437" y="3840480"/>
            <a:ext cx="411480" cy="41148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914437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logística regional</a:t>
            </a:r>
            <a:endParaRPr lang="en-US" sz="1400" dirty="0"/>
          </a:p>
        </p:txBody>
      </p:sp>
      <p:sp>
        <p:nvSpPr>
          <p:cNvPr id="16" name="Text 7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INSTITUCIONAL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parceria se organiza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3572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Apoio institucional ao projeto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Movimentação de solo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Relocação de dois postes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15888" y="1691640"/>
            <a:ext cx="5135728" cy="3840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 PRIVADA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90208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Projeto técnico completo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90208" y="3218688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Execução integral da obra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0208" y="3877056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Operação da estrutura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90208" y="4535424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Investimento total do empreendimento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752562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52562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técnico entre as equipes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438362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34726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726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50844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conjunta ao terreno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526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116890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1689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33008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parceria institucional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02690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9799053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9053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171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das obras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legacy-placehol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“As grandes cidades não crescem por acaso.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 crescem porque alguém decidiu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acreditar antes dos outros.”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945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0" y="297180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Pronta para o que vem a seguir.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  ·  Obrigado.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2026-07-22T00:38:50Z</dcterms:created>
  <dcterms:modified xsi:type="dcterms:W3CDTF">2026-07-22T00:38:50Z</dcterms:modified>
</cp:coreProperties>
</file>
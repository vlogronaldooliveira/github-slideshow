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Nos próximos minutos eu quero apresentar não um pedido, mas uma leitura de território — e mostrar por que Cocalzinho está numa posição estratégica dentro de um movimento que já está em curso na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Alguns sinais já são públicos: novo aeroporto em estudo para Águas Lindas, expansão industrial no Entorno, investimentos internacionais mirando a logística regional, e a BR-070 como eixo entre Brasília e o Centro-Oeste. Juntos, esses pontos desenham um corredor — e corredores sempre passam por cidades específicas, nunca por todas. A pergunta é: quem estará preparado?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está posicionada exatamente sobre esse corredor — na BR-070, entre Ceilândia e o interior de Goiás, no caminho diário de famílias, produtores rurais e transportadoras entre Brasília e o Centro-Oeste produtivo. É a posição que historicamente decide quais cidades crescem junto com a infraestrutura.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uma lacuna visível para quem observa o dia a dia da rodovia — e uma lacuna que tende a crescer junto com o corredor que acabamos de descrever. A cidade que resolve isso primeiro, sai na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 é o Centro de Serviços Girassol. Um nome simples para uma peça de infraestrutura — vamos entender exatamente o que ela é, e o que ela não 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Oito frentes, uma mesma estrutura: transportadores com apoio real para operar com segurança, agronegócio com um ponto de escoamento mais eficiente, famílias com um lugar preparado para parar — e tudo isso movimentando a economia local e integrando 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escala da cobertura e a separação entre fluxo pesado e leve não são acidentais — é desenho de circulação.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paisagismo qualifica o espaço público que a estrutura devolve à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acesso separa quem abastece, quem descansa e quem só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estrutura horizontal e discreta, que dialoga com a paisagem rural em vez de competir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nenhum desses pontos o benefício central é da iniciativa privada — o benefício central é da cidade. A estrutura é o meio. Cocalzinho é 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município contribui com apoio pontual e institucional — nada além disso. Todo o investimento, a execução e a operação ficam a cargo da iniciativa privada. Uma parceria enxuta, mas estrategicamente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caminho curto e objetivo. Estamos prontos para avançar assim que houver o alinhamento institucional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grandes cidades não crescem por acaso. Elas crescem porque alguém decidiu acreditar antes dos outros. Essa é a oportunidade: não autorizar um investimento privado, mas posicionar Cocalzinho de Goiás no próximo ciclo de desenvolvimento do Entorno.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Cocalzinho de Goiás. Pronta para o que vem a seguir. Obrigado — e vamos, juntos, desenhar essa próxima etapa.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31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6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36289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nova peça de infraestrutura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corredor econômico de Brasília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Cocalzinho de Goiás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1036289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novo corredor econômico está se formando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redor de Brasília.</a:t>
            </a:r>
            <a:endParaRPr lang="en-US" sz="2600" dirty="0"/>
          </a:p>
        </p:txBody>
      </p:sp>
      <p:pic>
        <p:nvPicPr>
          <p:cNvPr id="4" name="Image 0" descr="icons/pin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1460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aeroporto em estudo para Águas Lindas de Goiás</a:t>
            </a:r>
            <a:endParaRPr lang="en-US" sz="1400" dirty="0"/>
          </a:p>
        </p:txBody>
      </p:sp>
      <p:pic>
        <p:nvPicPr>
          <p:cNvPr id="6" name="Image 1" descr="icons/layers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146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010248" y="244144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de polos industriais no Entorno do DF</a:t>
            </a:r>
            <a:endParaRPr lang="en-US" sz="1400" dirty="0"/>
          </a:p>
        </p:txBody>
      </p:sp>
      <p:pic>
        <p:nvPicPr>
          <p:cNvPr id="8" name="Image 2" descr="icons/trend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Investimentos internacionais mirando a logística do Centro-Oeste</a:t>
            </a:r>
            <a:endParaRPr lang="en-US" sz="1400" dirty="0"/>
          </a:p>
        </p:txBody>
      </p:sp>
      <p:pic>
        <p:nvPicPr>
          <p:cNvPr id="10" name="Image 3" descr="icons/compass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297680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010248" y="4224528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BR-070: eixo entre Brasília, o Centro-Oeste e o Mato Grosso</a:t>
            </a:r>
            <a:endParaRPr lang="en-US" sz="1400" dirty="0"/>
          </a:p>
        </p:txBody>
      </p:sp>
      <p:sp>
        <p:nvSpPr>
          <p:cNvPr id="13" name="Text 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corridor-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F4F1EA">
              <a:alpha val="9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 — na rota, não à margem dela.</a:t>
            </a:r>
            <a:endParaRPr lang="en-US" sz="2600" dirty="0"/>
          </a:p>
        </p:txBody>
      </p:sp>
      <p:sp>
        <p:nvSpPr>
          <p:cNvPr id="6" name="Text 2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CONTEXTO OBSERVADO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28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rodovia estratégica precisa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infraestrutura de apoio.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828800" y="3200400"/>
            <a:ext cx="85340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Hoje, entre Ceilândia e Cocalzinho, existem poucas estruturas preparadas para o fluxo crescente de caminhões, produtores e famílias na BR-070.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v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29200"/>
            <a:ext cx="12191695" cy="1828800"/>
          </a:xfrm>
          <a:prstGeom prst="rect">
            <a:avLst/>
          </a:prstGeom>
          <a:solidFill>
            <a:srgbClr val="0C0C0B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544068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spc="2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SERVIÇOS GIRASSOL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943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um posto de combustíveis.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371600" y="1325880"/>
            <a:ext cx="94484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equipamento urbano de apoio à mobilidade regional.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01686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5" name="Image 0" descr="icons/truck-1A1A1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2854" y="2532888"/>
            <a:ext cx="402336" cy="4023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329570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8" name="Image 1" descr="icons/wheat-1A1A1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0738" y="2532888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67964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Agronegócio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7057454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1" name="Image 2" descr="icons/users-1A1A1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622" y="2532888"/>
            <a:ext cx="402336" cy="40233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95848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9785337" y="233172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4" name="Image 3" descr="icons/layers-1A1A1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6505" y="2532888"/>
            <a:ext cx="402336" cy="40233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23731" y="324612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Logística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1601686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17" name="Image 4" descr="icons/home-1A1A1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2854" y="4407408"/>
            <a:ext cx="402336" cy="40233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0080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4329570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0" name="Image 5" descr="icons/shield-1A1A1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0738" y="4407408"/>
            <a:ext cx="402336" cy="40233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3367964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7057454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3" name="Image 6" descr="icons/trend-1A1A1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58622" y="4407408"/>
            <a:ext cx="402336" cy="40233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095848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local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9785337" y="4206240"/>
            <a:ext cx="804672" cy="80467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81E1E"/>
            </a:solidFill>
            <a:prstDash val="solid"/>
          </a:ln>
        </p:spPr>
      </p:sp>
      <p:pic>
        <p:nvPicPr>
          <p:cNvPr id="26" name="Image 7" descr="icons/compass-1A1A1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86505" y="4407408"/>
            <a:ext cx="402336" cy="40233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8823731" y="5120640"/>
            <a:ext cx="27278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regional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aérea — chegada e cobertura principal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de apoio a caminhões e paisagismo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Circulação, acessos e organização do pátio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-real/render-0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C0C0B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04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6291072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geral — integração com a paisagem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significa para Cocalzinho</a:t>
            </a:r>
            <a:endParaRPr lang="en-US" sz="2800" dirty="0"/>
          </a:p>
        </p:txBody>
      </p:sp>
      <p:pic>
        <p:nvPicPr>
          <p:cNvPr id="3" name="Image 0" descr="icons/briefcase-C81E1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empregos diretos e indiretos</a:t>
            </a:r>
            <a:endParaRPr lang="en-US" sz="1400" dirty="0"/>
          </a:p>
        </p:txBody>
      </p:sp>
      <p:pic>
        <p:nvPicPr>
          <p:cNvPr id="5" name="Image 1" descr="icons/trend-C81E1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7258" y="1737360"/>
            <a:ext cx="411480" cy="4114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277258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fluxo de arrecadação municipal</a:t>
            </a:r>
            <a:endParaRPr lang="en-US" sz="1400" dirty="0"/>
          </a:p>
        </p:txBody>
      </p:sp>
      <p:pic>
        <p:nvPicPr>
          <p:cNvPr id="7" name="Image 2" descr="icons/activity-C81E1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437" y="1737360"/>
            <a:ext cx="411480" cy="4114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914437" y="226771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econômico local</a:t>
            </a:r>
            <a:endParaRPr lang="en-US" sz="1400" dirty="0"/>
          </a:p>
        </p:txBody>
      </p:sp>
      <p:pic>
        <p:nvPicPr>
          <p:cNvPr id="9" name="Image 3" descr="icons/pin-C81E1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40080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da região ao longo da BR-070</a:t>
            </a:r>
            <a:endParaRPr lang="en-US" sz="1400" dirty="0"/>
          </a:p>
        </p:txBody>
      </p:sp>
      <p:pic>
        <p:nvPicPr>
          <p:cNvPr id="11" name="Image 4" descr="icons/wheat-C81E1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7258" y="384048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277258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 direto ao escoamento do agronegócio</a:t>
            </a:r>
            <a:endParaRPr lang="en-US" sz="1400" dirty="0"/>
          </a:p>
        </p:txBody>
      </p:sp>
      <p:pic>
        <p:nvPicPr>
          <p:cNvPr id="13" name="Image 5" descr="icons/layers-C81E1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4437" y="384048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914437" y="4370832"/>
            <a:ext cx="327141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logística regional</a:t>
            </a:r>
            <a:endParaRPr lang="en-US" sz="1400" dirty="0"/>
          </a:p>
        </p:txBody>
      </p:sp>
      <p:sp>
        <p:nvSpPr>
          <p:cNvPr id="16" name="Text 7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0" kern="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INSTITUCIONAL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parceria se organiza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35728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3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Apoio institucional ao projeto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Movimentação de solo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39319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Relocação de dois postes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15888" y="1691640"/>
            <a:ext cx="5135728" cy="38404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8"/>
          <p:cNvSpPr/>
          <p:nvPr/>
        </p:nvSpPr>
        <p:spPr>
          <a:xfrm>
            <a:off x="6415888" y="1920240"/>
            <a:ext cx="513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400" kern="0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90208" y="2560320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Projeto técnico completo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90208" y="3218688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Execução integral da obra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0208" y="3877056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Operação da estrutura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90208" y="4535424"/>
            <a:ext cx="4587088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Investimento total do empreendimento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22960"/>
            <a:ext cx="103628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752562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52562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técnico entre as equipes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438362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34726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726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50844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conjunta ao terreno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526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7116890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16890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233008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Formalização da parceria institucional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02690" y="2423160"/>
            <a:ext cx="1950644" cy="0"/>
          </a:xfrm>
          <a:prstGeom prst="line">
            <a:avLst/>
          </a:prstGeom>
          <a:noFill/>
          <a:ln w="12700">
            <a:solidFill>
              <a:srgbClr val="8F8D87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9799053" y="2103120"/>
            <a:ext cx="640080" cy="640080"/>
          </a:xfrm>
          <a:prstGeom prst="ellipse">
            <a:avLst/>
          </a:prstGeom>
          <a:solidFill>
            <a:srgbClr val="1A1A1A"/>
          </a:solidFill>
          <a:ln w="19050">
            <a:solidFill>
              <a:srgbClr val="C81E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9053" y="2103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1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171" y="2971800"/>
            <a:ext cx="240784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9B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das obras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1185855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suals/legacy-placehol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“As grandes cidades não crescem por acaso.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 crescem porque alguém decidiu</a:t>
            </a:r>
            <a:endParaRPr lang="en-US" sz="2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acreditar antes dos outros.”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19456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Cocalzinho de Goiás.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0" y="297180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8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Pronta para o que vem a seguir.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39319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8F8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SERVIÇOS GIRASSOL  ·  Obrigado.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2026-07-22T00:28:53Z</dcterms:created>
  <dcterms:modified xsi:type="dcterms:W3CDTF">2026-07-22T00:28:53Z</dcterms:modified>
</cp:coreProperties>
</file>